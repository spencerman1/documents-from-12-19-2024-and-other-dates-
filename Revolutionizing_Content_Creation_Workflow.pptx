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Revolutionizing Content Creation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Workflow That Changes the 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the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workflow prioritizes perfection, leveraging automation and human oversight to create flawless, high-quality content. It minimizes reliance on AI generation by focusing on pre-existing, public domain or copyright-free content and strategic mixing of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Automate Scripture Retrieval: Use public domain KJV sources to ensure accuracy.</a:t>
            </a:r>
          </a:p>
          <a:p>
            <a:r>
              <a:t>2. Generate Music: Use persona-driven AI tools with predefined settings for brand consistency.</a:t>
            </a:r>
          </a:p>
          <a:p>
            <a:r>
              <a:t>3. Source Visuals: Leverage copyright-free platforms like Pixabay and Unsplash.</a:t>
            </a:r>
          </a:p>
          <a:p>
            <a:r>
              <a:t>4. Assemble Videos: Combine visuals, text overlays, and music seamlessly.</a:t>
            </a:r>
          </a:p>
          <a:p>
            <a:r>
              <a:t>5. Quality Check: Implement real-time grammar and visual checks.</a:t>
            </a:r>
          </a:p>
          <a:p>
            <a:r>
              <a:t>6. Schedule and Distribute: Automate multi-platform posting for maximum 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Innovations in the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Mixing over Generating: Reduces flaws by combining pre-vetted resources.</a:t>
            </a:r>
          </a:p>
          <a:p>
            <a:r>
              <a:t>• Real-Time Quality Control: Ensures zero grammatical or visual errors.</a:t>
            </a:r>
          </a:p>
          <a:p>
            <a:r>
              <a:t>• Perfection-Driven Approach: Prioritizes audience trust and engagement.</a:t>
            </a:r>
          </a:p>
          <a:p>
            <a:r>
              <a:t>• Data-Driven Adaptation: Optimizes output based on analytics and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This Workflow Changes the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Higher Quality Content: Minimizes errors and maximizes professionalism.</a:t>
            </a:r>
          </a:p>
          <a:p>
            <a:r>
              <a:t>• Faster Production: Streamlined automation for efficient delivery.</a:t>
            </a:r>
          </a:p>
          <a:p>
            <a:r>
              <a:t>• Scalable for Various Industries: Adaptable to marketing, education, and faith-based initiatives.</a:t>
            </a:r>
          </a:p>
          <a:p>
            <a:r>
              <a:t>• Ethical Content Creation: Reduces reliance on unverified AI generation, respecting copyright laws.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SaaS Model: Offer the workflow as a subscription-based platform.</a:t>
            </a:r>
          </a:p>
          <a:p>
            <a:r>
              <a:t>• Licensing: Enable businesses to adopt this flawless process for their content creation.</a:t>
            </a:r>
          </a:p>
          <a:p>
            <a:r>
              <a:t>• Integration: Expand into industries like real estate, e-learning, and personal branding.</a:t>
            </a:r>
          </a:p>
          <a:p>
            <a:r>
              <a:t>• Community Growth: Leverage the system to foster engagement and trust across platforms.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and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workflow is more than a system; it’s a revolution in content creation. It redefines quality, efficiency, and adaptability. Partner with us to implement this flawless workflow and transform your industry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